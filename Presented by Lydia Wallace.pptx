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Dynapuff Condensed" panose="020B0604020202020204" charset="0"/>
      <p:regular r:id="rId9"/>
    </p:embeddedFont>
    <p:embeddedFont>
      <p:font typeface="Dynapuff Condensed Bold" panose="020B0604020202020204" charset="0"/>
      <p:regular r:id="rId10"/>
    </p:embeddedFont>
    <p:embeddedFont>
      <p:font typeface="Dynapuff SemiCondense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240" y="9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013428" y="7008096"/>
            <a:ext cx="8261144" cy="66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Presented by: Lydia Wallace </a:t>
            </a:r>
          </a:p>
        </p:txBody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387294" y="4838010"/>
            <a:ext cx="14639924" cy="211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18"/>
              </a:lnSpc>
              <a:spcBef>
                <a:spcPct val="0"/>
              </a:spcBef>
            </a:pPr>
            <a:r>
              <a:rPr lang="en-US" sz="13848" spc="1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0206" y="2305666"/>
            <a:ext cx="11227589" cy="254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09"/>
              </a:lnSpc>
              <a:spcBef>
                <a:spcPct val="0"/>
              </a:spcBef>
            </a:pPr>
            <a:r>
              <a:rPr lang="en-US" sz="16674" spc="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PROJECT </a:t>
            </a:r>
          </a:p>
        </p:txBody>
      </p:sp>
      <p:sp>
        <p:nvSpPr>
          <p:cNvPr id="9" name="Freeform 9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441811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088210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986764" y="2852738"/>
            <a:ext cx="10690579" cy="457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2"/>
              </a:lnSpc>
            </a:pPr>
            <a:endParaRPr/>
          </a:p>
          <a:p>
            <a:pPr algn="ctr">
              <a:lnSpc>
                <a:spcPts val="5082"/>
              </a:lnSpc>
              <a:spcBef>
                <a:spcPct val="0"/>
              </a:spcBef>
            </a:pPr>
            <a:r>
              <a:rPr lang="en-US" sz="423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PROJECT TREVOR IS MORE THAN JUST AN APP  </a:t>
            </a:r>
          </a:p>
          <a:p>
            <a:pPr algn="ctr">
              <a:lnSpc>
                <a:spcPts val="5082"/>
              </a:lnSpc>
              <a:spcBef>
                <a:spcPct val="0"/>
              </a:spcBef>
            </a:pPr>
            <a:r>
              <a:rPr lang="en-US" sz="423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IT'S A STEP TOWARD EMPOWERING PEOPLE WITH TREMORS TO TAKE BACK CONTROL. BY CAPTURING AND UNDERSTANDING REAL-TIME TREMOR DATA THROUGH MOBILE TECHNOLOGY, IT PLAYS A  SUPPORTING ROLE , KEEPING IN CHECK  ON THEIR HEALTH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32514" y="2263571"/>
            <a:ext cx="10399079" cy="97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54"/>
              </a:lnSpc>
              <a:spcBef>
                <a:spcPct val="0"/>
              </a:spcBef>
            </a:pPr>
            <a:r>
              <a:rPr lang="en-US" sz="78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TREVOR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75679">
            <a:off x="2682522" y="3039966"/>
            <a:ext cx="6516917" cy="6218334"/>
          </a:xfrm>
          <a:custGeom>
            <a:avLst/>
            <a:gdLst/>
            <a:ahLst/>
            <a:cxnLst/>
            <a:rect l="l" t="t" r="r" b="b"/>
            <a:pathLst>
              <a:path w="6516917" h="6218334">
                <a:moveTo>
                  <a:pt x="0" y="0"/>
                </a:moveTo>
                <a:lnTo>
                  <a:pt x="6516917" y="0"/>
                </a:lnTo>
                <a:lnTo>
                  <a:pt x="6516917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175679">
            <a:off x="9998000" y="3039966"/>
            <a:ext cx="6516917" cy="6218334"/>
          </a:xfrm>
          <a:custGeom>
            <a:avLst/>
            <a:gdLst/>
            <a:ahLst/>
            <a:cxnLst/>
            <a:rect l="l" t="t" r="r" b="b"/>
            <a:pathLst>
              <a:path w="6516917" h="6218334">
                <a:moveTo>
                  <a:pt x="0" y="0"/>
                </a:moveTo>
                <a:lnTo>
                  <a:pt x="6516918" y="0"/>
                </a:lnTo>
                <a:lnTo>
                  <a:pt x="6516918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944461" y="1883661"/>
            <a:ext cx="10399079" cy="97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54"/>
              </a:lnSpc>
              <a:spcBef>
                <a:spcPct val="0"/>
              </a:spcBef>
            </a:pPr>
            <a:r>
              <a:rPr lang="en-US" sz="7838" u="none" strike="noStrik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PROJECT GOALS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48083" y="4150360"/>
            <a:ext cx="4528546" cy="454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5" lvl="1" indent="-464182" algn="l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Monitoring of tremor intensity and frequency for detailed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28913" y="4409481"/>
            <a:ext cx="5091819" cy="3786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5" lvl="1" indent="-464182" algn="l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Secure user management  to ensure patient data integrity and privacy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180962" y="1720805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BACK-END</a:t>
            </a:r>
          </a:p>
        </p:txBody>
      </p:sp>
      <p:sp>
        <p:nvSpPr>
          <p:cNvPr id="8" name="Freeform 8"/>
          <p:cNvSpPr/>
          <p:nvPr/>
        </p:nvSpPr>
        <p:spPr>
          <a:xfrm rot="1175679">
            <a:off x="11781271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1175679">
            <a:off x="6939999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1175679">
            <a:off x="2098727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794475" y="6436039"/>
            <a:ext cx="269905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API-SERVER </a:t>
            </a:r>
          </a:p>
        </p:txBody>
      </p:sp>
      <p:sp>
        <p:nvSpPr>
          <p:cNvPr id="12" name="Freeform 12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308077" y="6375078"/>
            <a:ext cx="1798802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SQLite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82891" y="6327453"/>
            <a:ext cx="269905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MongoDB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9861" y="2126652"/>
            <a:ext cx="746366" cy="6594047"/>
            <a:chOff x="0" y="0"/>
            <a:chExt cx="995155" cy="8792062"/>
          </a:xfrm>
        </p:grpSpPr>
        <p:sp>
          <p:nvSpPr>
            <p:cNvPr id="3" name="Freeform 3"/>
            <p:cNvSpPr/>
            <p:nvPr/>
          </p:nvSpPr>
          <p:spPr>
            <a:xfrm rot="-5400000">
              <a:off x="-1816" y="7795091"/>
              <a:ext cx="998787" cy="995155"/>
            </a:xfrm>
            <a:custGeom>
              <a:avLst/>
              <a:gdLst/>
              <a:ahLst/>
              <a:cxnLst/>
              <a:rect l="l" t="t" r="r" b="b"/>
              <a:pathLst>
                <a:path w="998787" h="995155">
                  <a:moveTo>
                    <a:pt x="0" y="0"/>
                  </a:moveTo>
                  <a:lnTo>
                    <a:pt x="998787" y="0"/>
                  </a:lnTo>
                  <a:lnTo>
                    <a:pt x="998787" y="995155"/>
                  </a:lnTo>
                  <a:lnTo>
                    <a:pt x="0" y="9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 rot="-5400000">
              <a:off x="-1816" y="3683488"/>
              <a:ext cx="998787" cy="995155"/>
            </a:xfrm>
            <a:custGeom>
              <a:avLst/>
              <a:gdLst/>
              <a:ahLst/>
              <a:cxnLst/>
              <a:rect l="l" t="t" r="r" b="b"/>
              <a:pathLst>
                <a:path w="998787" h="995155">
                  <a:moveTo>
                    <a:pt x="0" y="0"/>
                  </a:moveTo>
                  <a:lnTo>
                    <a:pt x="998787" y="0"/>
                  </a:lnTo>
                  <a:lnTo>
                    <a:pt x="998787" y="995155"/>
                  </a:lnTo>
                  <a:lnTo>
                    <a:pt x="0" y="9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 rot="-5400000">
              <a:off x="-1816" y="1816"/>
              <a:ext cx="998787" cy="995155"/>
            </a:xfrm>
            <a:custGeom>
              <a:avLst/>
              <a:gdLst/>
              <a:ahLst/>
              <a:cxnLst/>
              <a:rect l="l" t="t" r="r" b="b"/>
              <a:pathLst>
                <a:path w="998787" h="995155">
                  <a:moveTo>
                    <a:pt x="0" y="0"/>
                  </a:moveTo>
                  <a:lnTo>
                    <a:pt x="998787" y="0"/>
                  </a:lnTo>
                  <a:lnTo>
                    <a:pt x="998787" y="995155"/>
                  </a:lnTo>
                  <a:lnTo>
                    <a:pt x="0" y="9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497577" y="4731259"/>
              <a:ext cx="0" cy="3062016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 flipV="1">
              <a:off x="497577" y="998787"/>
              <a:ext cx="0" cy="2628379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 rot="1175679">
            <a:off x="2042382" y="7071722"/>
            <a:ext cx="2373775" cy="2265016"/>
          </a:xfrm>
          <a:custGeom>
            <a:avLst/>
            <a:gdLst/>
            <a:ahLst/>
            <a:cxnLst/>
            <a:rect l="l" t="t" r="r" b="b"/>
            <a:pathLst>
              <a:path w="2373775" h="2265016">
                <a:moveTo>
                  <a:pt x="0" y="0"/>
                </a:moveTo>
                <a:lnTo>
                  <a:pt x="2373774" y="0"/>
                </a:lnTo>
                <a:lnTo>
                  <a:pt x="2373774" y="2265016"/>
                </a:lnTo>
                <a:lnTo>
                  <a:pt x="0" y="2265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1175679">
            <a:off x="6698413" y="3815777"/>
            <a:ext cx="2509176" cy="2394214"/>
          </a:xfrm>
          <a:custGeom>
            <a:avLst/>
            <a:gdLst/>
            <a:ahLst/>
            <a:cxnLst/>
            <a:rect l="l" t="t" r="r" b="b"/>
            <a:pathLst>
              <a:path w="2509176" h="2394214">
                <a:moveTo>
                  <a:pt x="0" y="0"/>
                </a:moveTo>
                <a:lnTo>
                  <a:pt x="2509177" y="0"/>
                </a:lnTo>
                <a:lnTo>
                  <a:pt x="2509177" y="2394214"/>
                </a:lnTo>
                <a:lnTo>
                  <a:pt x="0" y="23942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1175679">
            <a:off x="1860729" y="1001144"/>
            <a:ext cx="2737080" cy="2611676"/>
          </a:xfrm>
          <a:custGeom>
            <a:avLst/>
            <a:gdLst/>
            <a:ahLst/>
            <a:cxnLst/>
            <a:rect l="l" t="t" r="r" b="b"/>
            <a:pathLst>
              <a:path w="2737080" h="2611676">
                <a:moveTo>
                  <a:pt x="0" y="0"/>
                </a:moveTo>
                <a:lnTo>
                  <a:pt x="2737080" y="0"/>
                </a:lnTo>
                <a:lnTo>
                  <a:pt x="2737080" y="2611676"/>
                </a:lnTo>
                <a:lnTo>
                  <a:pt x="0" y="2611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257436" y="2141599"/>
            <a:ext cx="269905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DOMAIN</a:t>
            </a:r>
          </a:p>
        </p:txBody>
      </p:sp>
      <p:sp>
        <p:nvSpPr>
          <p:cNvPr id="12" name="Freeform 12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158376" y="4739639"/>
            <a:ext cx="1798802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6315" y="7986104"/>
            <a:ext cx="3665909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PRESENTATION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613921" y="2744460"/>
            <a:ext cx="746366" cy="6594047"/>
            <a:chOff x="0" y="0"/>
            <a:chExt cx="995155" cy="8792062"/>
          </a:xfrm>
        </p:grpSpPr>
        <p:sp>
          <p:nvSpPr>
            <p:cNvPr id="17" name="Freeform 17"/>
            <p:cNvSpPr/>
            <p:nvPr/>
          </p:nvSpPr>
          <p:spPr>
            <a:xfrm rot="-5400000">
              <a:off x="-1816" y="7795091"/>
              <a:ext cx="998787" cy="995155"/>
            </a:xfrm>
            <a:custGeom>
              <a:avLst/>
              <a:gdLst/>
              <a:ahLst/>
              <a:cxnLst/>
              <a:rect l="l" t="t" r="r" b="b"/>
              <a:pathLst>
                <a:path w="998787" h="995155">
                  <a:moveTo>
                    <a:pt x="0" y="0"/>
                  </a:moveTo>
                  <a:lnTo>
                    <a:pt x="998787" y="0"/>
                  </a:lnTo>
                  <a:lnTo>
                    <a:pt x="998787" y="995155"/>
                  </a:lnTo>
                  <a:lnTo>
                    <a:pt x="0" y="9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 rot="-5400000">
              <a:off x="-1816" y="3683488"/>
              <a:ext cx="998787" cy="995155"/>
            </a:xfrm>
            <a:custGeom>
              <a:avLst/>
              <a:gdLst/>
              <a:ahLst/>
              <a:cxnLst/>
              <a:rect l="l" t="t" r="r" b="b"/>
              <a:pathLst>
                <a:path w="998787" h="995155">
                  <a:moveTo>
                    <a:pt x="0" y="0"/>
                  </a:moveTo>
                  <a:lnTo>
                    <a:pt x="998787" y="0"/>
                  </a:lnTo>
                  <a:lnTo>
                    <a:pt x="998787" y="995155"/>
                  </a:lnTo>
                  <a:lnTo>
                    <a:pt x="0" y="9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 rot="-5400000">
              <a:off x="-1816" y="1816"/>
              <a:ext cx="998787" cy="995155"/>
            </a:xfrm>
            <a:custGeom>
              <a:avLst/>
              <a:gdLst/>
              <a:ahLst/>
              <a:cxnLst/>
              <a:rect l="l" t="t" r="r" b="b"/>
              <a:pathLst>
                <a:path w="998787" h="995155">
                  <a:moveTo>
                    <a:pt x="0" y="0"/>
                  </a:moveTo>
                  <a:lnTo>
                    <a:pt x="998787" y="0"/>
                  </a:lnTo>
                  <a:lnTo>
                    <a:pt x="998787" y="995155"/>
                  </a:lnTo>
                  <a:lnTo>
                    <a:pt x="0" y="9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497577" y="4731259"/>
              <a:ext cx="0" cy="3062016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21"/>
            <p:cNvSpPr/>
            <p:nvPr/>
          </p:nvSpPr>
          <p:spPr>
            <a:xfrm flipV="1">
              <a:off x="497577" y="998787"/>
              <a:ext cx="0" cy="2628379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 rot="1175679">
            <a:off x="10594079" y="7689530"/>
            <a:ext cx="2373775" cy="2265016"/>
          </a:xfrm>
          <a:custGeom>
            <a:avLst/>
            <a:gdLst/>
            <a:ahLst/>
            <a:cxnLst/>
            <a:rect l="l" t="t" r="r" b="b"/>
            <a:pathLst>
              <a:path w="2373775" h="2265016">
                <a:moveTo>
                  <a:pt x="0" y="0"/>
                </a:moveTo>
                <a:lnTo>
                  <a:pt x="2373775" y="0"/>
                </a:lnTo>
                <a:lnTo>
                  <a:pt x="2373775" y="2265016"/>
                </a:lnTo>
                <a:lnTo>
                  <a:pt x="0" y="2265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1175679">
            <a:off x="15022473" y="4433585"/>
            <a:ext cx="2509176" cy="2394214"/>
          </a:xfrm>
          <a:custGeom>
            <a:avLst/>
            <a:gdLst/>
            <a:ahLst/>
            <a:cxnLst/>
            <a:rect l="l" t="t" r="r" b="b"/>
            <a:pathLst>
              <a:path w="2509176" h="2394214">
                <a:moveTo>
                  <a:pt x="0" y="0"/>
                </a:moveTo>
                <a:lnTo>
                  <a:pt x="2509177" y="0"/>
                </a:lnTo>
                <a:lnTo>
                  <a:pt x="2509177" y="2394214"/>
                </a:lnTo>
                <a:lnTo>
                  <a:pt x="0" y="23942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1175679">
            <a:off x="10518164" y="1412036"/>
            <a:ext cx="2737080" cy="2611676"/>
          </a:xfrm>
          <a:custGeom>
            <a:avLst/>
            <a:gdLst/>
            <a:ahLst/>
            <a:cxnLst/>
            <a:rect l="l" t="t" r="r" b="b"/>
            <a:pathLst>
              <a:path w="2737080" h="2611676">
                <a:moveTo>
                  <a:pt x="0" y="0"/>
                </a:moveTo>
                <a:lnTo>
                  <a:pt x="2737080" y="0"/>
                </a:lnTo>
                <a:lnTo>
                  <a:pt x="2737080" y="2611676"/>
                </a:lnTo>
                <a:lnTo>
                  <a:pt x="0" y="2611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847418" y="2340600"/>
            <a:ext cx="3699828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CONTROLLERS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36280" y="5375911"/>
            <a:ext cx="2281562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SERVICES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48012" y="8603912"/>
            <a:ext cx="3665909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REPOSITORIES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26823" y="806101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APP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24066" y="1104232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API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44200" y="4105275"/>
            <a:ext cx="87996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19"/>
              </a:lnSpc>
            </a:pPr>
            <a:r>
              <a:rPr lang="en-US" sz="7599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DEMO 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73816" y="3975664"/>
            <a:ext cx="8688208" cy="3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3"/>
              </a:lnSpc>
            </a:pPr>
            <a:r>
              <a:rPr lang="en-US" sz="16716" spc="50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4173200" y="628709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</Words>
  <Application>Microsoft Office PowerPoint</Application>
  <PresentationFormat>Custom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Dynapuff Condensed</vt:lpstr>
      <vt:lpstr>Dynapuff SemiCondensed</vt:lpstr>
      <vt:lpstr>Arial</vt:lpstr>
      <vt:lpstr>Dynapuff Condensed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by: Lydia Wallace</dc:title>
  <cp:lastModifiedBy>Lydia Christina</cp:lastModifiedBy>
  <cp:revision>2</cp:revision>
  <dcterms:created xsi:type="dcterms:W3CDTF">2006-08-16T00:00:00Z</dcterms:created>
  <dcterms:modified xsi:type="dcterms:W3CDTF">2025-05-01T20:41:22Z</dcterms:modified>
  <dc:identifier>DAGlp6ObD2w</dc:identifier>
</cp:coreProperties>
</file>